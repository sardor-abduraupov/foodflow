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180015" y="0"/>
            <a:ext cx="201168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11827"/>
                </a:solidFill>
              </a:defRPr>
            </a:pPr>
            <a:r>
              <a:t>FoodFlow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36192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75569"/>
                </a:solidFill>
              </a:defRPr>
            </a:pPr>
            <a:r>
              <a:t>AI-Powered Household Food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11827"/>
                </a:solidFill>
              </a:defRPr>
            </a:pPr>
            <a:r>
              <a:t>Hackathon Track: AI Application Development</a:t>
            </a:r>
          </a:p>
          <a:p>
            <a:pPr>
              <a:defRPr sz="2300">
                <a:solidFill>
                  <a:srgbClr val="111827"/>
                </a:solidFill>
              </a:defRPr>
            </a:pPr>
            <a:r>
              <a:t>Team: [Name 1, Name 2, ...]</a:t>
            </a:r>
          </a:p>
          <a:p>
            <a:pPr>
              <a:defRPr sz="2300">
                <a:solidFill>
                  <a:srgbClr val="111827"/>
                </a:solidFill>
              </a:defRPr>
            </a:pPr>
            <a:r>
              <a:t>Hackathon: [Hackathon Name - Month Day, Year]</a:t>
            </a:r>
          </a:p>
          <a:p>
            <a:pPr>
              <a:defRPr sz="2300">
                <a:solidFill>
                  <a:srgbClr val="111827"/>
                </a:solidFill>
              </a:defRPr>
            </a:pPr>
            <a:r>
              <a:t>Tagline: From receipt and voice input to smart pantry decisions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475569"/>
                </a:solidFill>
              </a:defRPr>
            </a:pPr>
            <a:r>
              <a:t>FoodFlow | Track 1 - AI Application Development</a:t>
            </a: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180015" y="0"/>
            <a:ext cx="201168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11827"/>
                </a:solidFill>
              </a:defRPr>
            </a:pPr>
            <a: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11827"/>
                </a:solidFill>
              </a:defRPr>
            </a:pPr>
            <a:r>
              <a:t>Households lose money and food because kitchen tracking is manual and fragmented.</a:t>
            </a:r>
          </a:p>
          <a:p>
            <a:pPr>
              <a:defRPr sz="2200">
                <a:solidFill>
                  <a:srgbClr val="111827"/>
                </a:solidFill>
              </a:defRPr>
            </a:pPr>
            <a:r>
              <a:t>Duplicate purchases happen because families cannot see real-time stock at home.</a:t>
            </a:r>
          </a:p>
          <a:p>
            <a:pPr>
              <a:defRPr sz="2200">
                <a:solidFill>
                  <a:srgbClr val="111827"/>
                </a:solidFill>
              </a:defRPr>
            </a:pPr>
            <a:r>
              <a:t>Receipts are rarely converted into usable spending intelligence.</a:t>
            </a:r>
          </a:p>
          <a:p>
            <a:pPr>
              <a:defRPr sz="2200">
                <a:solidFill>
                  <a:srgbClr val="111827"/>
                </a:solidFill>
              </a:defRPr>
            </a:pPr>
            <a:r>
              <a:t>Recipe and shopping decisions are reactive without ingredient-level visibility.</a:t>
            </a:r>
          </a:p>
          <a:p>
            <a:pPr>
              <a:defRPr sz="2200">
                <a:solidFill>
                  <a:srgbClr val="111827"/>
                </a:solidFill>
              </a:defRPr>
            </a:pPr>
            <a:r>
              <a:t>Shared homes need collaboration and accountability, not just a basic list 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475569"/>
                </a:solidFill>
              </a:defRPr>
            </a:pPr>
            <a:r>
              <a:t>FoodFlow | Track 1 - AI Application Development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180015" y="0"/>
            <a:ext cx="201168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11827"/>
                </a:solidFill>
              </a:defRPr>
            </a:pPr>
            <a: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11827"/>
                </a:solidFill>
              </a:defRPr>
            </a:pPr>
            <a:r>
              <a:t>FoodFlow is an AI-native household inventory and decision platform.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Core capabilities:</a:t>
            </a:r>
          </a:p>
          <a:p>
            <a:pPr lvl="1">
              <a:defRPr sz="1800">
                <a:solidFill>
                  <a:srgbClr val="475569"/>
                </a:solidFill>
              </a:defRPr>
            </a:pPr>
            <a:r>
              <a:t>Receipt photo -&gt; structured inventory (name, quantity, price, category)</a:t>
            </a:r>
          </a:p>
          <a:p>
            <a:pPr lvl="1">
              <a:defRPr sz="1800">
                <a:solidFill>
                  <a:srgbClr val="475569"/>
                </a:solidFill>
              </a:defRPr>
            </a:pPr>
            <a:r>
              <a:t>Voice command -&gt; inventory updates</a:t>
            </a:r>
          </a:p>
          <a:p>
            <a:pPr lvl="1">
              <a:defRPr sz="1800">
                <a:solidFill>
                  <a:srgbClr val="475569"/>
                </a:solidFill>
              </a:defRPr>
            </a:pPr>
            <a:r>
              <a:t>Recipe generation/parsing -&gt; pantry-aware cooking suggestions</a:t>
            </a:r>
          </a:p>
          <a:p>
            <a:pPr lvl="1">
              <a:defRPr sz="1800">
                <a:solidFill>
                  <a:srgbClr val="475569"/>
                </a:solidFill>
              </a:defRPr>
            </a:pPr>
            <a:r>
              <a:t>Auto shopping suggestions from stock gaps and usage history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Outcome: faster decisions, less waste, and more controlled grocery spending.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475569"/>
                </a:solidFill>
              </a:defRPr>
            </a:pPr>
            <a:r>
              <a:t>FoodFlow | Track 1 - AI Application Development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180015" y="0"/>
            <a:ext cx="201168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11827"/>
                </a:solidFill>
              </a:defRPr>
            </a:pPr>
            <a:r>
              <a:t>Design: System + User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11827"/>
                </a:solidFill>
              </a:defRPr>
            </a:pPr>
            <a:r>
              <a:t>Architecture:</a:t>
            </a:r>
          </a:p>
          <a:p>
            <a:pPr lvl="1">
              <a:defRPr sz="1600">
                <a:solidFill>
                  <a:srgbClr val="475569"/>
                </a:solidFill>
              </a:defRPr>
            </a:pPr>
            <a:r>
              <a:t>Frontend: React + TypeScript mobile-first UI</a:t>
            </a:r>
          </a:p>
          <a:p>
            <a:pPr lvl="1">
              <a:defRPr sz="1600">
                <a:solidFill>
                  <a:srgbClr val="475569"/>
                </a:solidFill>
              </a:defRPr>
            </a:pPr>
            <a:r>
              <a:t>Backend: Cloudflare Worker API + D1 persistence</a:t>
            </a:r>
          </a:p>
          <a:p>
            <a:pPr lvl="1">
              <a:defRPr sz="1600">
                <a:solidFill>
                  <a:srgbClr val="475569"/>
                </a:solidFill>
              </a:defRPr>
            </a:pPr>
            <a:r>
              <a:t>AI Layer: Gemini primary + Hugging Face fallback</a:t>
            </a:r>
          </a:p>
          <a:p>
            <a:pPr lvl="1">
              <a:defRPr sz="1600">
                <a:solidFill>
                  <a:srgbClr val="475569"/>
                </a:solidFill>
              </a:defRPr>
            </a:pPr>
            <a:r>
              <a:t>Media: Supabase Storage for item and recipe images</a:t>
            </a:r>
          </a:p>
          <a:p>
            <a:pPr>
              <a:defRPr sz="1800">
                <a:solidFill>
                  <a:srgbClr val="111827"/>
                </a:solidFill>
              </a:defRPr>
            </a:pPr>
            <a:r>
              <a:t>User flow:</a:t>
            </a:r>
          </a:p>
          <a:p>
            <a:pPr lvl="1">
              <a:defRPr sz="1600">
                <a:solidFill>
                  <a:srgbClr val="475569"/>
                </a:solidFill>
              </a:defRPr>
            </a:pPr>
            <a:r>
              <a:t>1) User scans receipt or records voice command</a:t>
            </a:r>
          </a:p>
          <a:p>
            <a:pPr lvl="1">
              <a:defRPr sz="1600">
                <a:solidFill>
                  <a:srgbClr val="475569"/>
                </a:solidFill>
              </a:defRPr>
            </a:pPr>
            <a:r>
              <a:t>2) AI normalizes grocery items</a:t>
            </a:r>
          </a:p>
          <a:p>
            <a:pPr lvl="1">
              <a:defRPr sz="1600">
                <a:solidFill>
                  <a:srgbClr val="475569"/>
                </a:solidFill>
              </a:defRPr>
            </a:pPr>
            <a:r>
              <a:t>3) App enriches category/image and syncs to shared household state</a:t>
            </a:r>
          </a:p>
          <a:p>
            <a:pPr lvl="1">
              <a:defRPr sz="1600">
                <a:solidFill>
                  <a:srgbClr val="475569"/>
                </a:solidFill>
              </a:defRPr>
            </a:pPr>
            <a:r>
              <a:t>4) User gets recipe, shopping, and analytics guidance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475569"/>
                </a:solidFill>
              </a:defRPr>
            </a:pPr>
            <a:r>
              <a:t>FoodFlow | Track 1 - AI Application Development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180015" y="0"/>
            <a:ext cx="201168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11827"/>
                </a:solidFill>
              </a:defRPr>
            </a:pPr>
            <a:r>
              <a:t>Technology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11827"/>
                </a:solidFill>
              </a:defRPr>
            </a:pPr>
            <a:r>
              <a:t>Frontend: React 18, TypeScript, Vite, Tailwind CSS, Recharts</a:t>
            </a:r>
          </a:p>
          <a:p>
            <a:pPr>
              <a:defRPr sz="2200">
                <a:solidFill>
                  <a:srgbClr val="111827"/>
                </a:solidFill>
              </a:defRPr>
            </a:pPr>
            <a:r>
              <a:t>Backend: Cloudflare Workers, Cloudflare D1, Wrangler</a:t>
            </a:r>
          </a:p>
          <a:p>
            <a:pPr>
              <a:defRPr sz="2200">
                <a:solidFill>
                  <a:srgbClr val="111827"/>
                </a:solidFill>
              </a:defRPr>
            </a:pPr>
            <a:r>
              <a:t>AI/ML: Gemini multimodal + JSON tasks, Hugging Face fallback</a:t>
            </a:r>
          </a:p>
          <a:p>
            <a:pPr>
              <a:defRPr sz="2200">
                <a:solidFill>
                  <a:srgbClr val="111827"/>
                </a:solidFill>
              </a:defRPr>
            </a:pPr>
            <a:r>
              <a:t>Storage: Supabase Storage (public image URLs)</a:t>
            </a:r>
          </a:p>
          <a:p>
            <a:pPr>
              <a:defRPr sz="2200">
                <a:solidFill>
                  <a:srgbClr val="111827"/>
                </a:solidFill>
              </a:defRPr>
            </a:pPr>
            <a:r>
              <a:t>Reliability: retries, timeout controls, stale-conflict sync handling</a:t>
            </a:r>
          </a:p>
          <a:p>
            <a:pPr>
              <a:defRPr sz="2200">
                <a:solidFill>
                  <a:srgbClr val="111827"/>
                </a:solidFill>
              </a:defRPr>
            </a:pPr>
            <a:r>
              <a:t>Security: server-side secret management and hashed session tokens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475569"/>
                </a:solidFill>
              </a:defRPr>
            </a:pPr>
            <a:r>
              <a:t>FoodFlow | Track 1 - AI Application Development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180015" y="0"/>
            <a:ext cx="201168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11827"/>
                </a:solidFill>
              </a:defRPr>
            </a:pPr>
            <a:r>
              <a:t>Innovation / Novelty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11827"/>
                </a:solidFill>
              </a:defRPr>
            </a:pPr>
            <a:r>
              <a:t>Resilient AI gateway with model fallback chain and pressure-aware limiter.</a:t>
            </a:r>
          </a:p>
          <a:p>
            <a:pPr>
              <a:defRPr sz="2200">
                <a:solidFill>
                  <a:srgbClr val="111827"/>
                </a:solidFill>
              </a:defRPr>
            </a:pPr>
            <a:r>
              <a:t>Voice parsing with transcript verification to reduce hallucinated items.</a:t>
            </a:r>
          </a:p>
          <a:p>
            <a:pPr>
              <a:defRPr sz="2200">
                <a:solidFill>
                  <a:srgbClr val="111827"/>
                </a:solidFill>
              </a:defRPr>
            </a:pPr>
            <a:r>
              <a:t>Strict image relevance pipeline with mismatch rejection and verified fallback.</a:t>
            </a:r>
          </a:p>
          <a:p>
            <a:pPr>
              <a:defRPr sz="2200">
                <a:solidFill>
                  <a:srgbClr val="111827"/>
                </a:solidFill>
              </a:defRPr>
            </a:pPr>
            <a:r>
              <a:t>Shared household model with owner/member roles and activity logs.</a:t>
            </a:r>
          </a:p>
          <a:p>
            <a:pPr>
              <a:defRPr sz="2200">
                <a:solidFill>
                  <a:srgbClr val="111827"/>
                </a:solidFill>
              </a:defRPr>
            </a:pPr>
            <a:r>
              <a:t>Conflict-aware cloud sync that prevents silent stale overwrites.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475569"/>
                </a:solidFill>
              </a:defRPr>
            </a:pPr>
            <a:r>
              <a:t>FoodFlow | Track 1 - AI Application Development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180015" y="0"/>
            <a:ext cx="201168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11827"/>
                </a:solidFill>
              </a:defRPr>
            </a:pPr>
            <a:r>
              <a:t>Impact &amp;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11827"/>
                </a:solidFill>
              </a:defRPr>
            </a:pPr>
            <a:r>
              <a:t>Impact:</a:t>
            </a:r>
          </a:p>
          <a:p>
            <a:pPr lvl="1">
              <a:defRPr sz="1600">
                <a:solidFill>
                  <a:srgbClr val="475569"/>
                </a:solidFill>
              </a:defRPr>
            </a:pPr>
            <a:r>
              <a:t>Reduce household food waste via better stock visibility</a:t>
            </a:r>
          </a:p>
          <a:p>
            <a:pPr lvl="1">
              <a:defRPr sz="1600">
                <a:solidFill>
                  <a:srgbClr val="475569"/>
                </a:solidFill>
              </a:defRPr>
            </a:pPr>
            <a:r>
              <a:t>Improve spending control with automatic expense categorization</a:t>
            </a:r>
          </a:p>
          <a:p>
            <a:pPr lvl="1">
              <a:defRPr sz="1600">
                <a:solidFill>
                  <a:srgbClr val="475569"/>
                </a:solidFill>
              </a:defRPr>
            </a:pPr>
            <a:r>
              <a:t>Speed up cooking and shopping decisions using AI-assisted flows</a:t>
            </a:r>
          </a:p>
          <a:p>
            <a:pPr>
              <a:defRPr sz="1900">
                <a:solidFill>
                  <a:srgbClr val="111827"/>
                </a:solidFill>
              </a:defRPr>
            </a:pPr>
            <a:r>
              <a:t>Current limitations:</a:t>
            </a:r>
          </a:p>
          <a:p>
            <a:pPr lvl="1">
              <a:defRPr sz="1600">
                <a:solidFill>
                  <a:srgbClr val="475569"/>
                </a:solidFill>
              </a:defRPr>
            </a:pPr>
            <a:r>
              <a:t>Password reset flow is not yet implemented</a:t>
            </a:r>
          </a:p>
          <a:p>
            <a:pPr lvl="1">
              <a:defRPr sz="1600">
                <a:solidFill>
                  <a:srgbClr val="475569"/>
                </a:solidFill>
              </a:defRPr>
            </a:pPr>
            <a:r>
              <a:t>AI quality depends on receipt image clarity and voice quality</a:t>
            </a:r>
          </a:p>
          <a:p>
            <a:pPr lvl="1">
              <a:defRPr sz="1600">
                <a:solidFill>
                  <a:srgbClr val="475569"/>
                </a:solidFill>
              </a:defRPr>
            </a:pPr>
            <a:r>
              <a:t>Global distributed rate limiting is not implemented yet</a:t>
            </a:r>
          </a:p>
          <a:p>
            <a:pPr lvl="1">
              <a:defRPr sz="1600">
                <a:solidFill>
                  <a:srgbClr val="475569"/>
                </a:solidFill>
              </a:defRPr>
            </a:pPr>
            <a:r>
              <a:t>Multilingual/local-brand edge cases still need expansion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475569"/>
                </a:solidFill>
              </a:defRPr>
            </a:pPr>
            <a:r>
              <a:t>FoodFlow | Track 1 - AI Application Development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180015" y="0"/>
            <a:ext cx="201168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11827"/>
                </a:solidFill>
              </a:defRPr>
            </a:pPr>
            <a:r>
              <a:t>Ethical Considerations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11827"/>
                </a:solidFill>
              </a:defRPr>
            </a:pPr>
            <a:r>
              <a:t>Security by design: provider keys and service-role secrets stay server-side.</a:t>
            </a:r>
          </a:p>
          <a:p>
            <a:pPr>
              <a:defRPr sz="2200">
                <a:solidFill>
                  <a:srgbClr val="111827"/>
                </a:solidFill>
              </a:defRPr>
            </a:pPr>
            <a:r>
              <a:t>Session governance: token hashing, revocation support, and expiry-based sessions.</a:t>
            </a:r>
          </a:p>
          <a:p>
            <a:pPr>
              <a:defRPr sz="2200">
                <a:solidFill>
                  <a:srgbClr val="111827"/>
                </a:solidFill>
              </a:defRPr>
            </a:pPr>
            <a:r>
              <a:t>Role boundaries: owner-only administration for sensitive household actions.</a:t>
            </a:r>
          </a:p>
          <a:p>
            <a:pPr>
              <a:defRPr sz="2200">
                <a:solidFill>
                  <a:srgbClr val="111827"/>
                </a:solidFill>
              </a:defRPr>
            </a:pPr>
            <a:r>
              <a:t>AI responsibility: fallback and validation logic reduce fabricated outputs.</a:t>
            </a:r>
          </a:p>
          <a:p>
            <a:pPr>
              <a:defRPr sz="2200">
                <a:solidFill>
                  <a:srgbClr val="111827"/>
                </a:solidFill>
              </a:defRPr>
            </a:pPr>
            <a:r>
              <a:t>Transparency: visible error states for sync conflict, parse failure, and AI downtime.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475569"/>
                </a:solidFill>
              </a:defRPr>
            </a:pPr>
            <a:r>
              <a:t>FoodFlow | Track 1 - AI Application Development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180015" y="0"/>
            <a:ext cx="201168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11827"/>
                </a:solidFill>
              </a:defRPr>
            </a:pPr>
            <a:r>
              <a:t>Summary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11827"/>
                </a:solidFill>
              </a:defRPr>
            </a:pPr>
            <a:r>
              <a:t>Achievements:</a:t>
            </a:r>
          </a:p>
          <a:p>
            <a:pPr lvl="1">
              <a:defRPr sz="1600">
                <a:solidFill>
                  <a:srgbClr val="475569"/>
                </a:solidFill>
              </a:defRPr>
            </a:pPr>
            <a:r>
              <a:t>Built a full-stack AI application from capture to actionable household workflows</a:t>
            </a:r>
          </a:p>
          <a:p>
            <a:pPr lvl="1">
              <a:defRPr sz="1600">
                <a:solidFill>
                  <a:srgbClr val="475569"/>
                </a:solidFill>
              </a:defRPr>
            </a:pPr>
            <a:r>
              <a:t>Integrated collaboration, analytics, and resilient AI orchestration</a:t>
            </a:r>
          </a:p>
          <a:p>
            <a:pPr>
              <a:defRPr sz="1900">
                <a:solidFill>
                  <a:srgbClr val="111827"/>
                </a:solidFill>
              </a:defRPr>
            </a:pPr>
            <a:r>
              <a:t>Next steps:</a:t>
            </a:r>
          </a:p>
          <a:p>
            <a:pPr lvl="1">
              <a:defRPr sz="1600">
                <a:solidFill>
                  <a:srgbClr val="475569"/>
                </a:solidFill>
              </a:defRPr>
            </a:pPr>
            <a:r>
              <a:t>Add password recovery and stronger account hardening</a:t>
            </a:r>
          </a:p>
          <a:p>
            <a:pPr lvl="1">
              <a:defRPr sz="1600">
                <a:solidFill>
                  <a:srgbClr val="475569"/>
                </a:solidFill>
              </a:defRPr>
            </a:pPr>
            <a:r>
              <a:t>Introduce distributed global rate limiting</a:t>
            </a:r>
          </a:p>
          <a:p>
            <a:pPr lvl="1">
              <a:defRPr sz="1600">
                <a:solidFill>
                  <a:srgbClr val="475569"/>
                </a:solidFill>
              </a:defRPr>
            </a:pPr>
            <a:r>
              <a:t>Expand localization and product ontology coverage</a:t>
            </a:r>
          </a:p>
          <a:p>
            <a:pPr lvl="1">
              <a:defRPr sz="1600">
                <a:solidFill>
                  <a:srgbClr val="475569"/>
                </a:solidFill>
              </a:defRPr>
            </a:pPr>
            <a:r>
              <a:t>Add predictive waste alerts and budget forecasting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475569"/>
                </a:solidFill>
              </a:defRPr>
            </a:pPr>
            <a:r>
              <a:t>FoodFlow | Track 1 - AI Application Development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180015" y="0"/>
            <a:ext cx="201168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11827"/>
                </a:solidFill>
              </a:defRPr>
            </a:pPr>
            <a:r>
              <a:t>Acknowledgement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11827"/>
                </a:solidFill>
              </a:defRPr>
            </a:pPr>
            <a:r>
              <a:t>Thanks to mentors, organizers, and contributors supporting this project.</a:t>
            </a:r>
          </a:p>
          <a:p>
            <a:pPr>
              <a:defRPr sz="2200">
                <a:solidFill>
                  <a:srgbClr val="111827"/>
                </a:solidFill>
              </a:defRPr>
            </a:pPr>
            <a:r>
              <a:t>Platform/tool acknowledgements:</a:t>
            </a:r>
          </a:p>
          <a:p>
            <a:pPr lvl="1">
              <a:defRPr sz="1700">
                <a:solidFill>
                  <a:srgbClr val="475569"/>
                </a:solidFill>
              </a:defRPr>
            </a:pPr>
            <a:r>
              <a:t>Cloudflare (Workers + D1)</a:t>
            </a:r>
          </a:p>
          <a:p>
            <a:pPr lvl="1">
              <a:defRPr sz="1700">
                <a:solidFill>
                  <a:srgbClr val="475569"/>
                </a:solidFill>
              </a:defRPr>
            </a:pPr>
            <a:r>
              <a:t>Supabase (Storage)</a:t>
            </a:r>
          </a:p>
          <a:p>
            <a:pPr lvl="1">
              <a:defRPr sz="1700">
                <a:solidFill>
                  <a:srgbClr val="475569"/>
                </a:solidFill>
              </a:defRPr>
            </a:pPr>
            <a:r>
              <a:t>Gemini and Hugging Face AI ecosystem</a:t>
            </a:r>
          </a:p>
          <a:p>
            <a:pPr lvl="1">
              <a:defRPr sz="1700">
                <a:solidFill>
                  <a:srgbClr val="475569"/>
                </a:solidFill>
              </a:defRPr>
            </a:pPr>
            <a:r>
              <a:t>Open-source frontend and data-visualization libraries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475569"/>
                </a:solidFill>
              </a:defRPr>
            </a:pPr>
            <a:r>
              <a:t>FoodFlow | Track 1 - AI Application Development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180015" y="0"/>
            <a:ext cx="201168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11827"/>
                </a:solidFill>
              </a:defRPr>
            </a:pPr>
            <a:r>
              <a:t>References &amp; Submission Links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11827"/>
                </a:solidFill>
              </a:defRPr>
            </a:pPr>
            <a:r>
              <a:t>Source code: [GitHub/GitLab URL]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Live deployment: [Application URL]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Video walkthrough: [YouTube/Drive URL]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Key references:</a:t>
            </a:r>
          </a:p>
          <a:p>
            <a:pPr lvl="1">
              <a:defRPr sz="1700">
                <a:solidFill>
                  <a:srgbClr val="475569"/>
                </a:solidFill>
              </a:defRPr>
            </a:pPr>
            <a:r>
              <a:t>Cloudflare Workers + D1 docs</a:t>
            </a:r>
          </a:p>
          <a:p>
            <a:pPr lvl="1">
              <a:defRPr sz="1700">
                <a:solidFill>
                  <a:srgbClr val="475569"/>
                </a:solidFill>
              </a:defRPr>
            </a:pPr>
            <a:r>
              <a:t>Supabase Storage docs</a:t>
            </a:r>
          </a:p>
          <a:p>
            <a:pPr lvl="1">
              <a:defRPr sz="1700">
                <a:solidFill>
                  <a:srgbClr val="475569"/>
                </a:solidFill>
              </a:defRPr>
            </a:pPr>
            <a:r>
              <a:t>Gemini API docs</a:t>
            </a:r>
          </a:p>
          <a:p>
            <a:pPr lvl="1">
              <a:defRPr sz="1700">
                <a:solidFill>
                  <a:srgbClr val="475569"/>
                </a:solidFill>
              </a:defRPr>
            </a:pPr>
            <a:r>
              <a:t>Hugging Face Router API docs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475569"/>
                </a:solidFill>
              </a:defRPr>
            </a:pPr>
            <a:r>
              <a:t>FoodFlow | Track 1 - AI Application Development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728</Words>
  <Application>Microsoft Macintosh PowerPoint</Application>
  <PresentationFormat>Widescreen</PresentationFormat>
  <Paragraphs>96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Sardor Abduraupov</cp:lastModifiedBy>
  <cp:revision>2</cp:revision>
  <dcterms:created xsi:type="dcterms:W3CDTF">2013-01-27T09:14:16Z</dcterms:created>
  <dcterms:modified xsi:type="dcterms:W3CDTF">2026-02-20T05:33:04Z</dcterms:modified>
  <cp:category/>
</cp:coreProperties>
</file>